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CF5141-18E1-4657-B733-B0F8D45DBEFC}" v="2" dt="2026-03-24T15:16:52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9" autoAdjust="0"/>
    <p:restoredTop sz="94660"/>
  </p:normalViewPr>
  <p:slideViewPr>
    <p:cSldViewPr snapToGrid="0">
      <p:cViewPr varScale="1">
        <p:scale>
          <a:sx n="90" d="100"/>
          <a:sy n="90" d="100"/>
        </p:scale>
        <p:origin x="79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n smith" userId="08a5288e82789788" providerId="LiveId" clId="{691FADD8-4734-4AC0-A7B2-40D8E6F8518A}"/>
    <pc:docChg chg="modSld">
      <pc:chgData name="steven smith" userId="08a5288e82789788" providerId="LiveId" clId="{691FADD8-4734-4AC0-A7B2-40D8E6F8518A}" dt="2026-03-27T15:20:50.327" v="44" actId="1076"/>
      <pc:docMkLst>
        <pc:docMk/>
      </pc:docMkLst>
      <pc:sldChg chg="modSp">
        <pc:chgData name="steven smith" userId="08a5288e82789788" providerId="LiveId" clId="{691FADD8-4734-4AC0-A7B2-40D8E6F8518A}" dt="2026-03-24T15:15:53.777" v="0"/>
        <pc:sldMkLst>
          <pc:docMk/>
          <pc:sldMk cId="1388199247" sldId="256"/>
        </pc:sldMkLst>
        <pc:picChg chg="mod">
          <ac:chgData name="steven smith" userId="08a5288e82789788" providerId="LiveId" clId="{691FADD8-4734-4AC0-A7B2-40D8E6F8518A}" dt="2026-03-24T15:15:53.777" v="0"/>
          <ac:picMkLst>
            <pc:docMk/>
            <pc:sldMk cId="1388199247" sldId="256"/>
            <ac:picMk id="4" creationId="{16F349EA-32A3-4637-9AE1-BBC572E5F2C1}"/>
          </ac:picMkLst>
        </pc:picChg>
      </pc:sldChg>
      <pc:sldChg chg="modSp mod">
        <pc:chgData name="steven smith" userId="08a5288e82789788" providerId="LiveId" clId="{691FADD8-4734-4AC0-A7B2-40D8E6F8518A}" dt="2026-03-27T15:20:50.327" v="44" actId="1076"/>
        <pc:sldMkLst>
          <pc:docMk/>
          <pc:sldMk cId="4277401352" sldId="259"/>
        </pc:sldMkLst>
        <pc:spChg chg="mod">
          <ac:chgData name="steven smith" userId="08a5288e82789788" providerId="LiveId" clId="{691FADD8-4734-4AC0-A7B2-40D8E6F8518A}" dt="2026-03-27T15:16:28.769" v="24" actId="20577"/>
          <ac:spMkLst>
            <pc:docMk/>
            <pc:sldMk cId="4277401352" sldId="259"/>
            <ac:spMk id="4" creationId="{9BC8031E-9428-AB73-F12D-221DE72D9FF7}"/>
          </ac:spMkLst>
        </pc:spChg>
        <pc:picChg chg="mod">
          <ac:chgData name="steven smith" userId="08a5288e82789788" providerId="LiveId" clId="{691FADD8-4734-4AC0-A7B2-40D8E6F8518A}" dt="2026-03-27T15:20:50.327" v="44" actId="1076"/>
          <ac:picMkLst>
            <pc:docMk/>
            <pc:sldMk cId="4277401352" sldId="259"/>
            <ac:picMk id="2" creationId="{D7B1C4C1-08D8-CD48-8CCA-7DE85A8E74DD}"/>
          </ac:picMkLst>
        </pc:picChg>
      </pc:sldChg>
      <pc:sldChg chg="modSp mod">
        <pc:chgData name="steven smith" userId="08a5288e82789788" providerId="LiveId" clId="{691FADD8-4734-4AC0-A7B2-40D8E6F8518A}" dt="2026-03-27T15:17:28.240" v="28" actId="20577"/>
        <pc:sldMkLst>
          <pc:docMk/>
          <pc:sldMk cId="3582228471" sldId="261"/>
        </pc:sldMkLst>
        <pc:spChg chg="mod">
          <ac:chgData name="steven smith" userId="08a5288e82789788" providerId="LiveId" clId="{691FADD8-4734-4AC0-A7B2-40D8E6F8518A}" dt="2026-03-27T15:17:28.240" v="28" actId="20577"/>
          <ac:spMkLst>
            <pc:docMk/>
            <pc:sldMk cId="3582228471" sldId="261"/>
            <ac:spMk id="10" creationId="{8C063C99-0EC0-5E68-3FC2-719C63781A0A}"/>
          </ac:spMkLst>
        </pc:spChg>
      </pc:sldChg>
      <pc:sldChg chg="modSp mod">
        <pc:chgData name="steven smith" userId="08a5288e82789788" providerId="LiveId" clId="{691FADD8-4734-4AC0-A7B2-40D8E6F8518A}" dt="2026-03-27T15:18:56.520" v="42" actId="20577"/>
        <pc:sldMkLst>
          <pc:docMk/>
          <pc:sldMk cId="2643323543" sldId="262"/>
        </pc:sldMkLst>
        <pc:spChg chg="mod">
          <ac:chgData name="steven smith" userId="08a5288e82789788" providerId="LiveId" clId="{691FADD8-4734-4AC0-A7B2-40D8E6F8518A}" dt="2026-03-27T15:18:01.032" v="31" actId="20577"/>
          <ac:spMkLst>
            <pc:docMk/>
            <pc:sldMk cId="2643323543" sldId="262"/>
            <ac:spMk id="6" creationId="{32810B98-8C95-02D2-00DF-3922EB960A31}"/>
          </ac:spMkLst>
        </pc:spChg>
        <pc:spChg chg="mod">
          <ac:chgData name="steven smith" userId="08a5288e82789788" providerId="LiveId" clId="{691FADD8-4734-4AC0-A7B2-40D8E6F8518A}" dt="2026-03-27T15:18:56.520" v="42" actId="20577"/>
          <ac:spMkLst>
            <pc:docMk/>
            <pc:sldMk cId="2643323543" sldId="262"/>
            <ac:spMk id="13" creationId="{F06B7187-2CEF-E164-CD50-FD3B02A4AB3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A6D7-4A7B-3878-7706-D5CA797B7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A90EB-9453-DE5B-969C-113072846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20D12-3B29-E381-9021-7C84522F9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DEA5-0FB4-489D-9A83-5243C88BB3D9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3E262-853B-88F7-B804-42CC49F37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A420A-28C2-1CEE-6B9E-8CD4D1D55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8015A-0BB4-44F1-813A-452F91C6F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557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6DDA3-6744-3019-BDB9-690EBAE01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E65EE-F3AC-CB31-245D-FBA504185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AF5BF-9849-1E49-3E99-592DB9A10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DEA5-0FB4-489D-9A83-5243C88BB3D9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B3F98-2BB5-8BBF-1FD6-3E031ED9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B5B4E-98C9-005D-3E97-49538AB74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8015A-0BB4-44F1-813A-452F91C6F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868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7BE44-54D3-2BE9-61C2-1AF2A67E1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4F3CF-3358-3FBA-6F83-4E13FBAD7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7CB36-A8CE-1056-C438-76F7985F9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DEA5-0FB4-489D-9A83-5243C88BB3D9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748D1-DE83-9E11-FD88-77B3C7200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9F3E4-F026-79FB-5AFA-20058057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8015A-0BB4-44F1-813A-452F91C6F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15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0176D-E210-4E78-4983-62523AF21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3338B-3D4A-2C78-1B11-396E466C35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18E08-F3A6-8825-B478-4B89940CC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D2FAB-C45A-1C5B-449C-4DF00DA8F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DEA5-0FB4-489D-9A83-5243C88BB3D9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5A167-4932-B1A2-7A37-8F3D9188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B2B07-49AE-DB6C-F5F7-0489CE082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8015A-0BB4-44F1-813A-452F91C6F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439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72194-D6D7-7971-261D-67D789E1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0C7A6-4AAE-4F16-BBAE-2C7B904F5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5CA68-ED70-AD89-18E3-B26E5FEED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CCE78-E87A-E6F2-E27B-7089B8AF6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10854A-4CBE-865E-C60B-6A97B68DF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6FBAC3-69C4-DF93-DC8C-F9A663FCE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DEA5-0FB4-489D-9A83-5243C88BB3D9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18DCC2-F13A-6BDD-3C1E-B8498603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D0485-7802-A709-DECF-C682C8D12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8015A-0BB4-44F1-813A-452F91C6F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30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57481-72F0-204B-240E-CAF1AC2EF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96DBD-26A7-78C3-7E3B-493F4B35E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DEA5-0FB4-489D-9A83-5243C88BB3D9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1EE32-F4BD-A009-5A10-72042699D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87665-7EA0-0FC0-DC0D-DA2277E6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8015A-0BB4-44F1-813A-452F91C6F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837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9C9837-094D-18DF-1562-D2B7BBBD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DEA5-0FB4-489D-9A83-5243C88BB3D9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E2E7DE-4B34-BCF2-745F-D2B155D2F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4F43B-CD42-D01A-3D79-C37414AEB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8015A-0BB4-44F1-813A-452F91C6F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26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A94C9-B5EE-6657-7AEE-16F6178D6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47377-49FC-A1D5-5908-9D441B4FA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259E1-2E80-D98B-B2CE-F3AF39881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F8486-D1F4-57A8-672E-513BD21D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DEA5-0FB4-489D-9A83-5243C88BB3D9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360ED-8D9D-F627-CA3B-2F087675E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3802A-9CBC-81C4-8767-ABEDFC71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8015A-0BB4-44F1-813A-452F91C6F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758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D2F65-14F8-5790-14B6-6D4AD2342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30A7AA-8AF2-70D3-0E4F-4C687CB4CD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5910C-1240-AB61-1986-35D0F3463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C1BDC-8FD4-8EFE-D121-7C5A7C30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DEA5-0FB4-489D-9A83-5243C88BB3D9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DD8B9-BEE2-8D03-6468-D535CF332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99E43-15EC-CD90-4882-73878D9F1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8015A-0BB4-44F1-813A-452F91C6F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4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E4B0F-9A7D-3E27-147E-D30F20FD0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5B46EA-2803-06F2-628E-481952FBB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E68E6-7A3E-50DD-D666-E395F1F59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DEA5-0FB4-489D-9A83-5243C88BB3D9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CABC8-003E-9308-1083-E0EFC6F90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6D7FE-B7A2-0E91-C374-31324F7C0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8015A-0BB4-44F1-813A-452F91C6F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795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536ECE-CA36-0AC8-4BAE-2C04E0606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70D0D-7EA6-CB7D-95E0-4B4F39BB5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02497-7843-ADF1-AF61-D949EEC0B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DEA5-0FB4-489D-9A83-5243C88BB3D9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B154-8267-2F84-9CE9-44CBC2DE3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1F268-84E6-D125-6FE4-6EE8F6EF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8015A-0BB4-44F1-813A-452F91C6F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732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C347C0-B5AC-A515-2E04-EBDB9CC24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559A1-9F23-CC17-CE6E-71B2CDADD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9E85F-F0B1-8448-260A-29BD4935A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5DEA5-0FB4-489D-9A83-5243C88BB3D9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EC19A-0CAC-7ABB-DCCB-4747B7E5BC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099C-3530-63AD-FF32-AEE80C4C4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48015A-0BB4-44F1-813A-452F91C6F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82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edinburghwindowsanddoors.co.uk/contact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ales@edinburghwindowsanddoors.co.uk?subject=sash%20and%20case%20window%20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16F349EA-32A3-4637-9AE1-BBC572E5F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16" y="90573"/>
            <a:ext cx="834616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99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C8031E-9428-AB73-F12D-221DE72D9FF7}"/>
              </a:ext>
            </a:extLst>
          </p:cNvPr>
          <p:cNvSpPr txBox="1"/>
          <p:nvPr/>
        </p:nvSpPr>
        <p:spPr>
          <a:xfrm>
            <a:off x="403256" y="399168"/>
            <a:ext cx="5692744" cy="61935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Edinburgh Windows and Doors are a leading manufacturer of Wooden windows &amp; Doors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We began our journey in 2019, when refurbishing sash and case windows evolved into manufacturing the highest quality sash and case windows and timber doors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We have put ourselves in a niche, meaning we </a:t>
            </a:r>
            <a:r>
              <a:rPr lang="en-US" sz="1400" dirty="0" err="1"/>
              <a:t>specialise</a:t>
            </a:r>
            <a:r>
              <a:rPr lang="en-US" sz="1400" dirty="0"/>
              <a:t> in the  manufacture of timber sash and case windows.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why we are the best choice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1400" b="1" dirty="0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Take the worry out of your projects with a proven sash and case supply partner.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Commercial choice for construction companies, we work with Q -mile Developments, Ogilvie Construction, SJS, Cedar developments and many more.</a:t>
            </a: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We have proven ourself on large scale projects 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Fraser Suites Edinburgh 156 windows restored / replaced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</a:t>
            </a:r>
            <a:r>
              <a:rPr lang="en-US" sz="1400" dirty="0" err="1"/>
              <a:t>Craighouse</a:t>
            </a:r>
            <a:r>
              <a:rPr lang="en-US" sz="1400" dirty="0"/>
              <a:t> restorations 136 windows restored / replaced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We can provide 6 – 8 week lead time on timber sash and case window supply only projects.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00" dirty="0"/>
              <a:t>  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B1C4C1-08D8-CD48-8CCA-7DE85A8E7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893" y="854760"/>
            <a:ext cx="4084643" cy="544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401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45C43F-7E9B-8D9E-557B-F490C9C69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" r="-2" b="15921"/>
          <a:stretch>
            <a:fillRect/>
          </a:stretch>
        </p:blipFill>
        <p:spPr>
          <a:xfrm>
            <a:off x="-4642" y="10"/>
            <a:ext cx="3006061" cy="3339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95E554-B8BF-52D6-1318-416E70EFA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0" r="-3" b="10798"/>
          <a:stretch>
            <a:fillRect/>
          </a:stretch>
        </p:blipFill>
        <p:spPr>
          <a:xfrm>
            <a:off x="3198068" y="10"/>
            <a:ext cx="2991088" cy="33396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5139F9-99C5-AF9D-5B98-75EF1AF070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89" r="2" b="39942"/>
          <a:stretch>
            <a:fillRect/>
          </a:stretch>
        </p:blipFill>
        <p:spPr>
          <a:xfrm>
            <a:off x="-2" y="3518351"/>
            <a:ext cx="6189158" cy="33396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063C99-0EC0-5E68-3FC2-719C63781A0A}"/>
              </a:ext>
            </a:extLst>
          </p:cNvPr>
          <p:cNvSpPr txBox="1"/>
          <p:nvPr/>
        </p:nvSpPr>
        <p:spPr>
          <a:xfrm>
            <a:off x="6600265" y="890954"/>
            <a:ext cx="4753534" cy="52174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Traditional sash Ironmongery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We select our ironmongery for its superior quality. There are a number of different finishes available from Polished brass, Antique brass and even black.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Ironmongery selections are available for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Pulleys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Sash </a:t>
            </a:r>
            <a:r>
              <a:rPr lang="en-US" sz="1400" dirty="0" err="1"/>
              <a:t>fastners</a:t>
            </a:r>
            <a:r>
              <a:rPr lang="en-US" sz="1400" dirty="0"/>
              <a:t>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Ring pulls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Sash lifts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Simplex systems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Many more selections are available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82228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90E1F4-FC1C-1B27-7CC2-8BB32FE3796A}"/>
              </a:ext>
            </a:extLst>
          </p:cNvPr>
          <p:cNvSpPr/>
          <p:nvPr/>
        </p:nvSpPr>
        <p:spPr>
          <a:xfrm>
            <a:off x="0" y="0"/>
            <a:ext cx="12192000" cy="96355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24EB80-B630-259E-1A51-9B4CB5267681}"/>
              </a:ext>
            </a:extLst>
          </p:cNvPr>
          <p:cNvSpPr txBox="1"/>
          <p:nvPr/>
        </p:nvSpPr>
        <p:spPr>
          <a:xfrm>
            <a:off x="418617" y="97441"/>
            <a:ext cx="11354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BESPOKE MADE TO MEASURE TIMBER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SASH AND CASE WINDOWS &amp; ACCOYA DOORS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10B98-8C95-02D2-00DF-3922EB960A31}"/>
              </a:ext>
            </a:extLst>
          </p:cNvPr>
          <p:cNvSpPr txBox="1"/>
          <p:nvPr/>
        </p:nvSpPr>
        <p:spPr>
          <a:xfrm>
            <a:off x="0" y="117031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We work alongside Architects and building professionals as well as bespoke solutions tailored to homeowners. We combine expertise in sash and case window manufacture with a top - class service to exceed the requirements of all types of projects.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C9B281-4252-1FA3-FD49-B6454F2EF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64" y="1900294"/>
            <a:ext cx="5718370" cy="28291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DDF3FF-F1E9-BD46-7ABC-18D73287C0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00293"/>
            <a:ext cx="5913300" cy="28291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11ECD6-2DA0-6F90-0233-133B55896D59}"/>
              </a:ext>
            </a:extLst>
          </p:cNvPr>
          <p:cNvSpPr txBox="1"/>
          <p:nvPr/>
        </p:nvSpPr>
        <p:spPr>
          <a:xfrm>
            <a:off x="1756144" y="4125433"/>
            <a:ext cx="282826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 Sash and case windows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BC987B-5688-ECEF-3E57-86D9C0E991BF}"/>
              </a:ext>
            </a:extLst>
          </p:cNvPr>
          <p:cNvSpPr txBox="1"/>
          <p:nvPr/>
        </p:nvSpPr>
        <p:spPr>
          <a:xfrm>
            <a:off x="7682024" y="4125433"/>
            <a:ext cx="2551814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 err="1">
                <a:solidFill>
                  <a:schemeClr val="bg1"/>
                </a:solidFill>
              </a:rPr>
              <a:t>Accoya</a:t>
            </a:r>
            <a:r>
              <a:rPr lang="en-GB" b="1" dirty="0">
                <a:solidFill>
                  <a:schemeClr val="bg1"/>
                </a:solidFill>
              </a:rPr>
              <a:t> Timber Doors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6B7187-2CEF-E164-CD50-FD3B02A4AB35}"/>
              </a:ext>
            </a:extLst>
          </p:cNvPr>
          <p:cNvSpPr txBox="1"/>
          <p:nvPr/>
        </p:nvSpPr>
        <p:spPr>
          <a:xfrm>
            <a:off x="189964" y="4936187"/>
            <a:ext cx="11826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Supply only direct to trade timber sash and case windows or </a:t>
            </a:r>
            <a:r>
              <a:rPr lang="en-GB" dirty="0" err="1"/>
              <a:t>Accoya</a:t>
            </a:r>
            <a:r>
              <a:rPr lang="en-GB" dirty="0"/>
              <a:t> Timber Doors</a:t>
            </a:r>
          </a:p>
          <a:p>
            <a:pPr algn="ctr"/>
            <a:r>
              <a:rPr lang="en-GB" dirty="0"/>
              <a:t>with large order capacity and UK wide delivery</a:t>
            </a:r>
          </a:p>
          <a:p>
            <a:pPr algn="ctr"/>
            <a:endParaRPr lang="en-GB" dirty="0"/>
          </a:p>
          <a:p>
            <a:pPr algn="ctr"/>
            <a:r>
              <a:rPr lang="en-GB" b="1" dirty="0"/>
              <a:t>Contact out trade team</a:t>
            </a:r>
          </a:p>
          <a:p>
            <a:pPr algn="ctr"/>
            <a:r>
              <a:rPr lang="en-GB" b="1" dirty="0">
                <a:hlinkClick r:id="rId4"/>
              </a:rPr>
              <a:t>sales@edinburghwindowsanddoors.co.uk</a:t>
            </a:r>
            <a:endParaRPr lang="en-GB" b="1" dirty="0"/>
          </a:p>
          <a:p>
            <a:pPr algn="ctr"/>
            <a:r>
              <a:rPr lang="en-GB" b="1" dirty="0"/>
              <a:t>01506 168 204  </a:t>
            </a:r>
          </a:p>
        </p:txBody>
      </p:sp>
    </p:spTree>
    <p:extLst>
      <p:ext uri="{BB962C8B-B14F-4D97-AF65-F5344CB8AC3E}">
        <p14:creationId xmlns:p14="http://schemas.microsoft.com/office/powerpoint/2010/main" val="2643323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298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smith</dc:creator>
  <cp:lastModifiedBy>steven smith</cp:lastModifiedBy>
  <cp:revision>1</cp:revision>
  <dcterms:created xsi:type="dcterms:W3CDTF">2026-03-24T14:57:18Z</dcterms:created>
  <dcterms:modified xsi:type="dcterms:W3CDTF">2026-03-27T15:20:58Z</dcterms:modified>
</cp:coreProperties>
</file>