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7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smith" userId="08a5288e82789788" providerId="LiveId" clId="{691FADD8-4734-4AC0-A7B2-40D8E6F8518A}"/>
    <pc:docChg chg="custSel modSld">
      <pc:chgData name="steven smith" userId="08a5288e82789788" providerId="LiveId" clId="{691FADD8-4734-4AC0-A7B2-40D8E6F8518A}" dt="2026-03-30T09:29:24.628" v="6" actId="14100"/>
      <pc:docMkLst>
        <pc:docMk/>
      </pc:docMkLst>
      <pc:sldChg chg="addSp delSp modSp mod">
        <pc:chgData name="steven smith" userId="08a5288e82789788" providerId="LiveId" clId="{691FADD8-4734-4AC0-A7B2-40D8E6F8518A}" dt="2026-03-30T09:28:36.148" v="5" actId="1076"/>
        <pc:sldMkLst>
          <pc:docMk/>
          <pc:sldMk cId="1554504057" sldId="256"/>
        </pc:sldMkLst>
        <pc:picChg chg="del">
          <ac:chgData name="steven smith" userId="08a5288e82789788" providerId="LiveId" clId="{691FADD8-4734-4AC0-A7B2-40D8E6F8518A}" dt="2026-03-30T09:28:19.903" v="1" actId="478"/>
          <ac:picMkLst>
            <pc:docMk/>
            <pc:sldMk cId="1554504057" sldId="256"/>
            <ac:picMk id="8" creationId="{DE6A512E-8749-FEBE-594E-CD0D8AD8AC38}"/>
          </ac:picMkLst>
        </pc:picChg>
        <pc:picChg chg="del">
          <ac:chgData name="steven smith" userId="08a5288e82789788" providerId="LiveId" clId="{691FADD8-4734-4AC0-A7B2-40D8E6F8518A}" dt="2026-03-30T09:28:19.364" v="0" actId="478"/>
          <ac:picMkLst>
            <pc:docMk/>
            <pc:sldMk cId="1554504057" sldId="256"/>
            <ac:picMk id="10" creationId="{26CF835D-0B47-29AA-A910-570655AD2DF5}"/>
          </ac:picMkLst>
        </pc:picChg>
        <pc:picChg chg="add mod">
          <ac:chgData name="steven smith" userId="08a5288e82789788" providerId="LiveId" clId="{691FADD8-4734-4AC0-A7B2-40D8E6F8518A}" dt="2026-03-30T09:28:36.148" v="5" actId="1076"/>
          <ac:picMkLst>
            <pc:docMk/>
            <pc:sldMk cId="1554504057" sldId="256"/>
            <ac:picMk id="13" creationId="{B71FBF09-B9AF-88B2-2251-43D20D858BD6}"/>
          </ac:picMkLst>
        </pc:picChg>
      </pc:sldChg>
      <pc:sldChg chg="modSp mod">
        <pc:chgData name="steven smith" userId="08a5288e82789788" providerId="LiveId" clId="{691FADD8-4734-4AC0-A7B2-40D8E6F8518A}" dt="2026-03-30T09:29:24.628" v="6" actId="14100"/>
        <pc:sldMkLst>
          <pc:docMk/>
          <pc:sldMk cId="3173860038" sldId="258"/>
        </pc:sldMkLst>
        <pc:picChg chg="mod">
          <ac:chgData name="steven smith" userId="08a5288e82789788" providerId="LiveId" clId="{691FADD8-4734-4AC0-A7B2-40D8E6F8518A}" dt="2026-03-30T09:29:24.628" v="6" actId="14100"/>
          <ac:picMkLst>
            <pc:docMk/>
            <pc:sldMk cId="3173860038" sldId="258"/>
            <ac:picMk id="5" creationId="{4782D565-3FFE-9B8D-038C-BFFC296A58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D0BA0-1ED7-46FD-B06F-33B4AB3A34A9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A372-470F-4007-BBE6-7CA603D4B2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5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this image is clicked it should go to the door designer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8A372-470F-4007-BBE6-7CA603D4B2C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728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BBF9-507F-FF37-DBE4-CF8C720AA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64D73-7970-A0F7-8B65-3035B230E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7E6F2-088A-3475-7B4E-B7F00AFE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7356-6BE3-F6A3-C63D-919B6C0C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EF00-C209-7829-4163-082B8AB0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11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05D0-EB7C-5800-383C-CE88420F1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4714-D3CE-1736-5BD8-AF2F50067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F23E-6F1F-F771-CB9C-66087CAA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54FD8-7AC9-3B54-8E12-E8A37E11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BB33A-ADCC-B850-688E-F6A15A23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42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53D7-A2F7-1B9D-E69E-F40D785D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5A313-7654-D936-7E94-2A1DFB4F8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73C9-479B-D7CA-DACF-FF341990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802F8-F82F-3521-B76A-E28B7BA4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B8514-53B1-4FC1-D0CC-B2DA0759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10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5663-B652-2A58-DA12-52CB9704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796E-2D85-F461-BD19-465FBED3D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370B2-F4E6-21F5-4738-1F3C3CC41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6D82D-77A3-7897-FB14-B01D7B0F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9C83E-EC95-4469-6B82-763CCF64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AA475-AEC6-9CB2-B822-26AC9309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70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7D97-2254-AE1F-D665-C5282B76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ED961-72DE-3D78-DFBA-389E7277A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2DD8B-3011-64CA-A540-16CA1255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F0079-9414-69D3-6851-D8A43D2CE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3CBDA-5406-BEC4-F0D6-FD0E5EB21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3208D-B548-1321-3332-F1F3506A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7F8E8-9309-F386-6321-0E772C1D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0AE50-4ACB-389E-C147-68DE17A6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32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B41D-6E2D-6BDD-B6D3-1F42DA3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C5A95-AF13-5B68-DD7E-7878E5C3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16EBC-A971-B95C-44ED-D5654D2C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B5D57-5AE2-545E-E43F-33F6FBBD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97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099BC-8C41-0D79-B7C7-A4FAC070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F9717-1CD4-C178-00CF-229C9126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A979A-4A7F-8C3A-E4A7-0B2BFFF5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62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3094-81EA-9424-87AC-4B78EA13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8C7D-DD69-F075-43FE-64930401C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B3C22-83D2-B706-F3B5-C3C1A2308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C4D0-3040-108B-5B5C-91F022CC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36EE4-7D16-B383-D59C-79015B0D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E0A90-7616-E8C4-8355-5F477254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05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AB91-3E5C-F7B1-32B7-DEAA7253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C2A9A-43BD-4BB6-8110-C30F4C9A8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2B27C-048F-E697-2F70-B461E37F2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12E68-541C-7F44-0069-4C66F4A8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84CC-8CB2-1BBA-8979-1436AFD1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32B89-36AB-BA3E-BBDE-9F91CCFCF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28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794C-2084-017B-4C6D-ED389829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1F95B-5BAC-7663-E219-429347231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1618-167D-F519-7E1B-ADDE5328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5688-F5F3-23E7-5D39-4F7C345A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18878-72B4-129C-EA93-3949C330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09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5893B-7AF7-357B-1C4B-5B357E793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187C4-445D-B4CF-507B-73C26D472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036D5-6CCF-F888-8199-615A19B0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55779-BE70-5DDC-EBCB-272A92D5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22E3-D542-EF57-3310-478B14EB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22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EFEDE-2B5F-82AC-0014-3C4E2A86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94E50-21E4-CB36-382C-85BAFD7FA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0C73F-9E06-763A-7314-6C9C721A3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3210A-9569-45B3-8A48-57474BD7B88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5D398-AABB-ACDA-DFEB-E6F58F646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D4BB9-6245-28BE-6B31-43803546C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1E0C0-D661-44A1-A47F-42D55CE1FD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97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EB80FC-B2FC-60BA-ED6F-C83A1D33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524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E58157-8C1E-3098-8836-56B5905D4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4987"/>
            <a:ext cx="12192000" cy="16314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FF9627-2B57-2880-B48F-B326755BB36E}"/>
              </a:ext>
            </a:extLst>
          </p:cNvPr>
          <p:cNvSpPr txBox="1"/>
          <p:nvPr/>
        </p:nvSpPr>
        <p:spPr>
          <a:xfrm>
            <a:off x="2336800" y="3251858"/>
            <a:ext cx="8048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 our Door designer with a huge variety of styles and colours available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1FBF09-B9AF-88B2-2251-43D20D858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38" y="3856044"/>
            <a:ext cx="518232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0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A6762-F5C9-61B5-6CE8-1013C63D0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780397"/>
            <a:ext cx="5294716" cy="129720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0EEC90-E4A3-294F-1C01-43FB0B1FB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661889"/>
            <a:ext cx="5294715" cy="35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82D565-3FFE-9B8D-038C-BFFC296A5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60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smith</dc:creator>
  <cp:lastModifiedBy>steven smith</cp:lastModifiedBy>
  <cp:revision>1</cp:revision>
  <dcterms:created xsi:type="dcterms:W3CDTF">2026-03-30T09:10:13Z</dcterms:created>
  <dcterms:modified xsi:type="dcterms:W3CDTF">2026-03-30T09:29:26Z</dcterms:modified>
</cp:coreProperties>
</file>